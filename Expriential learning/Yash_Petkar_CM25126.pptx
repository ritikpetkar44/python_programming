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_1786896770581_e6ljqbx8_pptx_p1_final1slideLayout1.xml" ContentType="application/vnd.openxmlformats-officedocument.presentationml.slideLayout+xml"/>
  <Override PartName="/ppt/slideLayouts/s_1786896770581_e6ljqbx8_pptx_p1_final1slideLayout10.xml" ContentType="application/vnd.openxmlformats-officedocument.presentationml.slideLayout+xml"/>
  <Override PartName="/ppt/slideLayouts/s_1786896770581_e6ljqbx8_pptx_p1_final1slideLayout11.xml" ContentType="application/vnd.openxmlformats-officedocument.presentationml.slideLayout+xml"/>
  <Override PartName="/ppt/slideLayouts/s_1786896770581_e6ljqbx8_pptx_p1_final1slideLayout2.xml" ContentType="application/vnd.openxmlformats-officedocument.presentationml.slideLayout+xml"/>
  <Override PartName="/ppt/slideLayouts/s_1786896770581_e6ljqbx8_pptx_p1_final1slideLayout3.xml" ContentType="application/vnd.openxmlformats-officedocument.presentationml.slideLayout+xml"/>
  <Override PartName="/ppt/slideLayouts/s_1786896770581_e6ljqbx8_pptx_p1_final1slideLayout4.xml" ContentType="application/vnd.openxmlformats-officedocument.presentationml.slideLayout+xml"/>
  <Override PartName="/ppt/slideLayouts/s_1786896770581_e6ljqbx8_pptx_p1_final1slideLayout5.xml" ContentType="application/vnd.openxmlformats-officedocument.presentationml.slideLayout+xml"/>
  <Override PartName="/ppt/slideLayouts/s_1786896770581_e6ljqbx8_pptx_p1_final1slideLayout6.xml" ContentType="application/vnd.openxmlformats-officedocument.presentationml.slideLayout+xml"/>
  <Override PartName="/ppt/slideLayouts/s_1786896770581_e6ljqbx8_pptx_p1_final1slideLayout7.xml" ContentType="application/vnd.openxmlformats-officedocument.presentationml.slideLayout+xml"/>
  <Override PartName="/ppt/slideLayouts/s_1786896770581_e6ljqbx8_pptx_p1_final1slideLayout8.xml" ContentType="application/vnd.openxmlformats-officedocument.presentationml.slideLayout+xml"/>
  <Override PartName="/ppt/slideLayouts/s_1786896770581_e6ljqbx8_pptx_p1_final1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_1786896770581_e6ljqbx8_pptx_p1_final1slideMaster1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s_1786896770581_e6ljqbx8_pptx_p1_final1theme1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" r:id="rId16"/>
  </p:sldMasterIdLst>
  <p:sldIdLst>
    <p:sldId id="256" r:id="rId17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slideMaster" Target="slideMasters/s_1786896770581_e6ljqbx8_pptx_p1_final1slideMaster1.xml"/><Relationship Id="rId17" Type="http://schemas.openxmlformats.org/officeDocument/2006/relationships/slide" Target="slides/slide1.xml"/></Relationships>
</file>

<file path=ppt/slideLayouts/_rels/s_1786896770581_e6ljqbx8_pptx_p1_final1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_1786896770581_e6ljqbx8_pptx_p1_final1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_1786896770581_e6ljqbx8_pptx_p1_final1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_1786896770581_e6ljqbx8_pptx_p1_final1slideLayout9.xml"/><Relationship Id="rId2" Type="http://schemas.openxmlformats.org/officeDocument/2006/relationships/slideLayout" Target="../slideLayouts/s_1786896770581_e6ljqbx8_pptx_p1_final1slideLayout8.xml"/><Relationship Id="rId3" Type="http://schemas.openxmlformats.org/officeDocument/2006/relationships/slideLayout" Target="../slideLayouts/s_1786896770581_e6ljqbx8_pptx_p1_final1slideLayout7.xml"/><Relationship Id="rId4" Type="http://schemas.openxmlformats.org/officeDocument/2006/relationships/slideLayout" Target="../slideLayouts/s_1786896770581_e6ljqbx8_pptx_p1_final1slideLayout6.xml"/><Relationship Id="rId5" Type="http://schemas.openxmlformats.org/officeDocument/2006/relationships/slideLayout" Target="../slideLayouts/s_1786896770581_e6ljqbx8_pptx_p1_final1slideLayout5.xml"/><Relationship Id="rId6" Type="http://schemas.openxmlformats.org/officeDocument/2006/relationships/slideLayout" Target="../slideLayouts/s_1786896770581_e6ljqbx8_pptx_p1_final1slideLayout4.xml"/><Relationship Id="rId7" Type="http://schemas.openxmlformats.org/officeDocument/2006/relationships/slideLayout" Target="../slideLayouts/s_1786896770581_e6ljqbx8_pptx_p1_final1slideLayout3.xml"/><Relationship Id="rId8" Type="http://schemas.openxmlformats.org/officeDocument/2006/relationships/slideLayout" Target="../slideLayouts/s_1786896770581_e6ljqbx8_pptx_p1_final1slideLayout2.xml"/><Relationship Id="rId9" Type="http://schemas.openxmlformats.org/officeDocument/2006/relationships/theme" Target="../theme/s_1786896770581_e6ljqbx8_pptx_p1_final1theme1.xml"/><Relationship Id="rId10" Type="http://schemas.openxmlformats.org/officeDocument/2006/relationships/slideLayout" Target="../slideLayouts/s_1786896770581_e6ljqbx8_pptx_p1_final1slideLayout11.xml"/><Relationship Id="rId11" Type="http://schemas.openxmlformats.org/officeDocument/2006/relationships/slideLayout" Target="../slideLayouts/s_1786896770581_e6ljqbx8_pptx_p1_final1slideLayout10.xml"/><Relationship Id="rId12" Type="http://schemas.openxmlformats.org/officeDocument/2006/relationships/slideLayout" Target="../slideLayouts/s_1786896770581_e6ljqbx8_pptx_p1_final1slideLayout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_1786896770581_e6ljqbx8_pptx_p1_final1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2"/>
    <p:sldLayoutId id="2147483650" r:id="rId8"/>
    <p:sldLayoutId id="2147483651" r:id="rId7"/>
    <p:sldLayoutId id="2147483652" r:id="rId6"/>
    <p:sldLayoutId id="2147483653" r:id="rId5"/>
    <p:sldLayoutId id="2147483654" r:id="rId4"/>
    <p:sldLayoutId id="2147483655" r:id="rId3"/>
    <p:sldLayoutId id="2147483656" r:id="rId2"/>
    <p:sldLayoutId id="2147483657" r:id="rId1"/>
    <p:sldLayoutId id="2147483658" r:id="rId11"/>
    <p:sldLayoutId id="2147483659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_1786896770581_e6ljqbx8_pptx_p1_final1slideLayout7.xml"/><Relationship Id="rId2" Type="http://schemas.openxmlformats.org/officeDocument/2006/relationships/image" Target="../media/s_1786896770581_e6ljqbx8_pptx_p1_final1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131445"/>
            <a:ext cx="9144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9875" y="3584575"/>
            <a:ext cx="2331720" cy="5016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lnSpc>
                <a:spcPct val="140000"/>
              </a:lnSpc>
              <a:defRPr sz="1900" b="1">
                <a:solidFill>
                  <a:srgbClr val="191919"/>
                </a:solidFill>
                <a:latin typeface="Times New Roman" panose="02020603050405020304"/>
              </a:defRPr>
            </a:pPr>
            <a:r>
              <a:t>Yash Petkar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20" y="1849120"/>
            <a:ext cx="5394960" cy="564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18714" y="1953006"/>
            <a:ext cx="444373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000FF"/>
                </a:solidFill>
                <a:latin typeface="Times New Roman" panose="02020603050405020304"/>
              </a:defRPr>
            </a:pPr>
            <a:r>
              <a:rPr sz="2400">
                <a:solidFill>
                  <a:schemeClr val="tx1"/>
                </a:solidFill>
              </a:rPr>
              <a:t>“Balanced Parenthesis Checker”</a:t>
            </a:r>
            <a:endParaRPr sz="2400">
              <a:solidFill>
                <a:schemeClr val="tx1"/>
              </a:solidFill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411480" y="654380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Arial" panose="020B0604020202020204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7955279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53312"/>
            <a:ext cx="7223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583817"/>
            <a:ext cx="7269480" cy="13220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232323"/>
                </a:solidFill>
                <a:latin typeface="Arial" panose="020B0604020202020204"/>
              </a:defRPr>
            </a:pPr>
            <a:r>
              <a:rPr sz="2000">
                <a:sym typeface="+mn-ea"/>
              </a:rPr>
              <a:t>Develop a Python-based application that checks whether an expression contains properly balanced parentheses, brackets and braces.</a:t>
            </a:r>
            <a:endParaRPr sz="2000">
              <a:sym typeface="+mn-ea"/>
            </a:endParaRPr>
          </a:p>
          <a:p>
            <a:pPr algn="l">
              <a:defRPr sz="2200" b="1">
                <a:solidFill>
                  <a:srgbClr val="232323"/>
                </a:solidFill>
                <a:latin typeface="Arial" panose="020B0604020202020204"/>
              </a:defRPr>
            </a:pPr>
            <a:endParaRPr sz="2000">
              <a:sym typeface="+mn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401568"/>
            <a:ext cx="2331720" cy="1325880"/>
          </a:xfrm>
          <a:prstGeom prst="roundRect">
            <a:avLst/>
          </a:prstGeom>
          <a:solidFill>
            <a:srgbClr val="F2F7F7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02152"/>
            <a:ext cx="685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t>(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3529584"/>
            <a:ext cx="3840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5F5F5F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02152"/>
            <a:ext cx="960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32323"/>
                </a:solidFill>
                <a:latin typeface="Arial" panose="020B0604020202020204"/>
              </a:defRPr>
            </a:pPr>
            <a:r>
              <a:t>Parentheses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39" y="3401568"/>
            <a:ext cx="2331720" cy="1325880"/>
          </a:xfrm>
          <a:prstGeom prst="roundRect">
            <a:avLst/>
          </a:prstGeom>
          <a:solidFill>
            <a:srgbClr val="F2F7F7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8999" y="3502152"/>
            <a:ext cx="685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t>[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3529584"/>
            <a:ext cx="3840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5F5F5F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502152"/>
            <a:ext cx="960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t>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8999" y="4160520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32323"/>
                </a:solidFill>
                <a:latin typeface="Arial" panose="020B0604020202020204"/>
              </a:defRPr>
            </a:pPr>
            <a:r>
              <a:t>Brackets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59" y="3401568"/>
            <a:ext cx="2331720" cy="1325880"/>
          </a:xfrm>
          <a:prstGeom prst="roundRect">
            <a:avLst/>
          </a:prstGeom>
          <a:solidFill>
            <a:srgbClr val="F2F7F7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502152"/>
            <a:ext cx="685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t>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529584"/>
            <a:ext cx="3840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5F5F5F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502152"/>
            <a:ext cx="960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160520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32323"/>
                </a:solidFill>
                <a:latin typeface="Arial" panose="020B0604020202020204"/>
              </a:defRPr>
            </a:pPr>
            <a:r>
              <a:t>Braces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47488"/>
            <a:ext cx="7543800" cy="822960"/>
          </a:xfrm>
          <a:prstGeom prst="roundRect">
            <a:avLst/>
          </a:prstGeom>
          <a:solidFill>
            <a:srgbClr val="ECF4F4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7178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 panose="020B0604020202020204"/>
              </a:defRPr>
            </a:pPr>
            <a:r>
              <a:t>Mathematical expressions + code snippets  •  correct nesting  •  clear 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Arial" panose="020B0604020202020204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29844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66420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Verify (), [] and {} pairs.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34416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29844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66420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Check correct nesting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9864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85292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321868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Use LIFO stack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74320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89864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285292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79" y="321868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Find mismatches &amp; missing symbols.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9768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531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440740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77316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Return Balanced / Not Balanced.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29768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44531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79" y="440740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79" y="477316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Apply Python lists, loops &amp;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143000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124712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Read the expression from the user.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09928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Create an empty stack list.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276856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5856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Create a pairs dictionary for ), ] and }.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843784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25496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Scan the expression one character at a time.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410712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392424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If the character is (, [ or {, push it into the stack.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977640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959352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If the character is a closing symbol, check whether the stack is empty.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544568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2628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Compare the top of stack with pairs[character]. If it does not match, return False.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5111496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09320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If it matches, pop the top element. After the loop, empty stack = Balanced; otherwise Not Balanced.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Flowchart /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051560"/>
            <a:ext cx="2286000" cy="502920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783080"/>
            <a:ext cx="2834640" cy="566928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Input expression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606040"/>
            <a:ext cx="3017520" cy="566928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Read next character</a:t>
            </a:r>
          </a:p>
        </p:txBody>
      </p:sp>
      <p:sp>
        <p:nvSpPr>
          <p:cNvPr id="8" name="Diamond 7"/>
          <p:cNvSpPr/>
          <p:nvPr/>
        </p:nvSpPr>
        <p:spPr>
          <a:xfrm>
            <a:off x="2788920" y="3429000"/>
            <a:ext cx="3566160" cy="777240"/>
          </a:xfrm>
          <a:prstGeom prst="diamond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Opening symbol?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3429000"/>
            <a:ext cx="1965960" cy="777240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Push to stack</a:t>
            </a:r>
          </a:p>
        </p:txBody>
      </p:sp>
      <p:sp>
        <p:nvSpPr>
          <p:cNvPr id="10" name="Diamond 9"/>
          <p:cNvSpPr/>
          <p:nvPr/>
        </p:nvSpPr>
        <p:spPr>
          <a:xfrm>
            <a:off x="685800" y="4526280"/>
            <a:ext cx="1965960" cy="777240"/>
          </a:xfrm>
          <a:prstGeom prst="diamond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Closing symbol?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526280"/>
            <a:ext cx="2011680" cy="777240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Pop &amp; compare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4526280"/>
            <a:ext cx="1965960" cy="777240"/>
          </a:xfrm>
          <a:prstGeom prst="roundRect">
            <a:avLst/>
          </a:prstGeom>
          <a:solidFill>
            <a:srgbClr val="FCEBEB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Mismatch → False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5623560"/>
            <a:ext cx="2011680" cy="594360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More characters?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5623560"/>
            <a:ext cx="1874519" cy="594360"/>
          </a:xfrm>
          <a:prstGeom prst="roundRect">
            <a:avLst/>
          </a:prstGeom>
          <a:solidFill>
            <a:srgbClr val="E9F7EE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Stack empty → True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1554480"/>
            <a:ext cx="0" cy="22860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2350008"/>
            <a:ext cx="0" cy="256032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3172968"/>
            <a:ext cx="0" cy="256032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55080" y="3822191"/>
            <a:ext cx="18288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57800" y="4206240"/>
            <a:ext cx="1280160" cy="50292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691640" y="3822191"/>
            <a:ext cx="1097280" cy="704089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51760" y="4919472"/>
            <a:ext cx="59436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57800" y="4919472"/>
            <a:ext cx="64008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51960" y="5303520"/>
            <a:ext cx="0" cy="32004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257800" y="5916168"/>
            <a:ext cx="73152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20840" y="4224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68C55"/>
                </a:solidFill>
                <a:latin typeface="Arial" panose="020B0604020202020204"/>
              </a:defRPr>
            </a:pPr>
            <a: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160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68C55"/>
                </a:solidFill>
                <a:latin typeface="Arial" panose="020B0604020202020204"/>
              </a:defRPr>
            </a:pPr>
            <a: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5468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E4141"/>
                </a:solidFill>
                <a:latin typeface="Arial" panose="020B0604020202020204"/>
              </a:defRPr>
            </a:pPr>
            <a: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8" y="59893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68C55"/>
                </a:solidFill>
                <a:latin typeface="Arial" panose="020B0604020202020204"/>
              </a:defRPr>
            </a:pPr>
            <a:r>
              <a:t>YES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Understanding of Python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70432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9304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stack = []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243584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Creates an empty list used as a 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stack.append(ch)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993392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Pushes an opening bracket onto the stack.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70048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stack.pop()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743200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Removes the latest opening bracket (LIFO).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19856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38727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if len(stack) ==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493008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Detects a closing bracket without an opening bracket.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69663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88536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top != matching symbol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242816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Detects incorrect nesting/order.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919472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38344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return len(stack) ==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992624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Final check: all opening symbols were matched.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Python Code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87095"/>
            <a:ext cx="8138160" cy="539496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087" y="995680"/>
            <a:ext cx="7726679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def is_balanced(expression):</a:t>
            </a:r>
          </a:p>
          <a:p>
            <a:r>
              <a:t>    stack = []</a:t>
            </a:r>
          </a:p>
          <a:p/>
          <a:p>
            <a:r>
              <a:t>    pairs = {</a:t>
            </a:r>
          </a:p>
          <a:p>
            <a:r>
              <a:t>        ')': '(',</a:t>
            </a:r>
          </a:p>
          <a:p>
            <a:r>
              <a:t>        ']': '[',</a:t>
            </a:r>
          </a:p>
          <a:p>
            <a:r>
              <a:t>        '}': '{'</a:t>
            </a:r>
          </a:p>
          <a:p>
            <a:r>
              <a:t>    }</a:t>
            </a:r>
          </a:p>
          <a:p/>
          <a:p>
            <a:r>
              <a:t>    for char in expression:</a:t>
            </a:r>
          </a:p>
          <a:p>
            <a:r>
              <a:t>        if char in '([{':</a:t>
            </a:r>
          </a:p>
          <a:p>
            <a:r>
              <a:t>            stack.append(char)</a:t>
            </a:r>
          </a:p>
          <a:p/>
          <a:p>
            <a:r>
              <a:t>        elif char in ')]}':</a:t>
            </a:r>
          </a:p>
          <a:p>
            <a:r>
              <a:t>            if not stack:</a:t>
            </a:r>
          </a:p>
          <a:p>
            <a:r>
              <a:t>                return False</a:t>
            </a:r>
          </a:p>
          <a:p/>
          <a:p>
            <a:r>
              <a:t>            if stack[-1] != pairs[char]:</a:t>
            </a:r>
          </a:p>
          <a:p>
            <a:r>
              <a:t>                return False</a:t>
            </a:r>
          </a:p>
          <a:p/>
          <a:p>
            <a:r>
              <a:t>            stack.pop()</a:t>
            </a:r>
          </a:p>
          <a:p/>
          <a:p>
            <a:r>
              <a:t>    return len(stack) == 0</a:t>
            </a:r>
          </a:p>
          <a:p/>
          <a:p/>
          <a:p>
            <a:r>
              <a:t>expression = input("Enter an expression: ")</a:t>
            </a:r>
          </a:p>
          <a:p/>
          <a:p>
            <a:r>
              <a:t>if is_balanced(expression):</a:t>
            </a:r>
          </a:p>
          <a:p>
            <a:r>
              <a:t>    print("Balanced Parentheses")</a:t>
            </a:r>
          </a:p>
          <a:p>
            <a:r>
              <a:t>else:</a:t>
            </a:r>
          </a:p>
          <a:p>
            <a:r>
              <a:t>    print("Not Balanced Parentheses")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Sample Input / Output &amp; Stack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794760" cy="658368"/>
          </a:xfrm>
          <a:prstGeom prst="roundRect">
            <a:avLst/>
          </a:prstGeom>
          <a:solidFill>
            <a:srgbClr val="F5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930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Consolas" panose="020B0609020204030204"/>
              </a:defRPr>
            </a:pPr>
            <a:r>
              <a:t>{[()]}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143000"/>
            <a:ext cx="3566160" cy="658368"/>
          </a:xfrm>
          <a:prstGeom prst="roundRect">
            <a:avLst/>
          </a:prstGeom>
          <a:solidFill>
            <a:srgbClr val="368C55"/>
          </a:solidFill>
          <a:ln w="15240">
            <a:solidFill>
              <a:srgbClr val="3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28930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Balanced Parentheses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794760" cy="658368"/>
          </a:xfrm>
          <a:prstGeom prst="roundRect">
            <a:avLst/>
          </a:prstGeom>
          <a:solidFill>
            <a:srgbClr val="F5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122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Consolas" panose="020B0609020204030204"/>
              </a:defRPr>
            </a:pPr>
            <a:r>
              <a:t>{[(])}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965960"/>
            <a:ext cx="3566160" cy="658368"/>
          </a:xfrm>
          <a:prstGeom prst="roundRect">
            <a:avLst/>
          </a:prstGeom>
          <a:solidFill>
            <a:srgbClr val="BE4141"/>
          </a:solidFill>
          <a:ln w="1524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1122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Not Balanced Parentheses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88920"/>
            <a:ext cx="3794760" cy="658368"/>
          </a:xfrm>
          <a:prstGeom prst="roundRect">
            <a:avLst/>
          </a:prstGeom>
          <a:solidFill>
            <a:srgbClr val="F5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3522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Consolas" panose="020B0609020204030204"/>
              </a:defRPr>
            </a:pPr>
            <a:r>
              <a:t>(a+b) * [c-d]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2788920"/>
            <a:ext cx="3566160" cy="658368"/>
          </a:xfrm>
          <a:prstGeom prst="roundRect">
            <a:avLst/>
          </a:prstGeom>
          <a:solidFill>
            <a:srgbClr val="368C55"/>
          </a:solidFill>
          <a:ln w="15240">
            <a:solidFill>
              <a:srgbClr val="3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9352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Balanced Parentheses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79"/>
            <a:ext cx="3794760" cy="658368"/>
          </a:xfrm>
          <a:prstGeom prst="roundRect">
            <a:avLst/>
          </a:prstGeom>
          <a:solidFill>
            <a:srgbClr val="F5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58183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Consolas" panose="020B0609020204030204"/>
              </a:defRPr>
            </a:pPr>
            <a:r>
              <a:t>((a+b)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611879"/>
            <a:ext cx="3566160" cy="658368"/>
          </a:xfrm>
          <a:prstGeom prst="roundRect">
            <a:avLst/>
          </a:prstGeom>
          <a:solidFill>
            <a:srgbClr val="BE4141"/>
          </a:solidFill>
          <a:ln w="1524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75818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Not Balanced Parentheses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91919"/>
                </a:solidFill>
                <a:latin typeface="Arial" panose="020B0604020202020204"/>
              </a:defRPr>
            </a:pPr>
            <a:r>
              <a:t>Example of LIFO stack processing: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t>{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64792" y="5504688"/>
            <a:ext cx="228599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194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t>[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907791" y="5504688"/>
            <a:ext cx="22860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337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t>(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50791" y="5504688"/>
            <a:ext cx="228601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480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t>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93792" y="5504688"/>
            <a:ext cx="22860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623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t>]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36792" y="5504688"/>
            <a:ext cx="22860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766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Test Results &amp; Complexity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 panose="020B0604020202020204"/>
              </a:defRPr>
            </a:pPr>
            <a:r>
              <a:t>Sample Test Set Results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5120640"/>
            <a:ext cx="333756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143000" y="1828800"/>
            <a:ext cx="0" cy="329184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828800" y="2788920"/>
            <a:ext cx="960120" cy="2331720"/>
          </a:xfrm>
          <a:prstGeom prst="rect">
            <a:avLst/>
          </a:prstGeom>
          <a:solidFill>
            <a:srgbClr val="36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2788920"/>
            <a:ext cx="960120" cy="23317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52578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1919"/>
                </a:solidFill>
                <a:latin typeface="Arial" panose="020B0604020202020204"/>
              </a:defRPr>
            </a:pPr>
            <a:r>
              <a:t>Balanced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525780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1919"/>
                </a:solidFill>
                <a:latin typeface="Arial" panose="020B0604020202020204"/>
              </a:defRPr>
            </a:pPr>
            <a:r>
              <a:t>Not Balanced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5059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68C55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5059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E4141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143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 panose="020B0604020202020204"/>
              </a:defRPr>
            </a:pPr>
            <a:r>
              <a:t>Complexity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645920"/>
            <a:ext cx="3200400" cy="1234440"/>
          </a:xfrm>
          <a:prstGeom prst="roundRect">
            <a:avLst/>
          </a:prstGeom>
          <a:solidFill>
            <a:srgbClr val="F4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7451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Arial" panose="020B0604020202020204"/>
              </a:defRPr>
            </a:pPr>
            <a:r>
              <a:t>Time Complexity: O(n)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677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A5A"/>
                </a:solidFill>
                <a:latin typeface="Arial" panose="020B0604020202020204"/>
              </a:defRPr>
            </a:pPr>
            <a:r>
              <a:t>Each character is processed once.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154680"/>
            <a:ext cx="3200400" cy="1234440"/>
          </a:xfrm>
          <a:prstGeom prst="roundRect">
            <a:avLst/>
          </a:prstGeom>
          <a:solidFill>
            <a:srgbClr val="F4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3383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Arial" panose="020B0604020202020204"/>
              </a:defRPr>
            </a:pPr>
            <a:r>
              <a:t>Space Complexity: O(n)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7764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A5A"/>
                </a:solidFill>
                <a:latin typeface="Arial" panose="020B0604020202020204"/>
              </a:defRPr>
            </a:pPr>
            <a:r>
              <a:t>Stack can hold opening symbols.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617720"/>
            <a:ext cx="3200400" cy="114300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Arial" panose="020B0604020202020204"/>
              </a:defRPr>
            </a:pPr>
            <a:r>
              <a:t>Core DSA Concept: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51937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A5A"/>
                </a:solidFill>
                <a:latin typeface="Arial" panose="020B0604020202020204"/>
              </a:defRPr>
            </a:pPr>
            <a:r>
              <a:t>LIFO — Last In, First 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Arial" panose="020B0604020202020204"/>
              </a:defRPr>
            </a:pPr>
            <a:r>
              <a:t>GitHub, Repository &amp; Individual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78865"/>
            <a:ext cx="7955280" cy="1006475"/>
          </a:xfrm>
          <a:prstGeom prst="roundRect">
            <a:avLst/>
          </a:prstGeom>
          <a:solidFill>
            <a:srgbClr val="EEF4F4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3611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24328"/>
            <a:ext cx="2651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5351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5F5F"/>
                </a:solidFill>
                <a:latin typeface="Arial" panose="020B0604020202020204"/>
              </a:defRPr>
            </a:pPr>
            <a:r>
              <a:t>Project repository created on GitHub.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514600"/>
            <a:ext cx="3611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65176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624328"/>
            <a:ext cx="2651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95351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5F5F"/>
                </a:solidFill>
                <a:latin typeface="Arial" panose="020B0604020202020204"/>
              </a:defRPr>
            </a:pPr>
            <a:r>
              <a:t>Python code + documentation.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3611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95928"/>
            <a:ext cx="2651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COMMITS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2511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5F5F"/>
                </a:solidFill>
                <a:latin typeface="Arial" panose="020B0604020202020204"/>
              </a:defRPr>
            </a:pPr>
            <a:r>
              <a:t>Clear messages for every major change.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886200"/>
            <a:ext cx="3611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02336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3995928"/>
            <a:ext cx="2651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COLLABORATE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432511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5F5F"/>
                </a:solidFill>
                <a:latin typeface="Arial" panose="020B0604020202020204"/>
              </a:defRPr>
            </a:pPr>
            <a:r>
              <a:t>Review, test and improve together.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30368"/>
            <a:ext cx="7635240" cy="713232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358384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MEANINGFUL COMMITS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321808"/>
            <a:ext cx="5440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Consolas" panose="020B0609020204030204"/>
              </a:defRPr>
            </a:pPr>
            <a:r>
              <a:t>“Implement stack checker” • “Add test cases” • “Update documentation”</a:t>
            </a:r>
          </a:p>
        </p:txBody>
      </p:sp>
      <p:sp>
        <p:nvSpPr>
          <p:cNvPr id="28" name="Text Box 27"/>
          <p:cNvSpPr txBox="1"/>
          <p:nvPr/>
        </p:nvSpPr>
        <p:spPr>
          <a:xfrm>
            <a:off x="998220" y="1256030"/>
            <a:ext cx="6865620" cy="764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Github username :- ritikprtkar44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Github reponame:- Python Programming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s_1786896770581_e6ljqbx8_pptx_p1_final1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3496</Words>
  <Application>WPS Presentation</Application>
  <PresentationFormat>On-screen Show (4:3)</PresentationFormat>
  <Paragraphs>274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Times New Roman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Yash Petkar (Ritik)</cp:lastModifiedBy>
  <cp:revision>2</cp:revision>
  <dcterms:created xsi:type="dcterms:W3CDTF">2013-01-27T09:14:00Z</dcterms:created>
  <dcterms:modified xsi:type="dcterms:W3CDTF">2026-08-16T16:11:08Z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DFC76CDC031140218C4FC63E66AA4BE4_13</vt:lpwstr>
  </property>
</Properties>
</file>